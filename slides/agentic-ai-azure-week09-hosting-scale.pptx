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covers 'agentic-ai-azure-week09-hosting-scale' — Week 9 · Hosting, Deployment &amp; Scale. Frame the problem and why it matters, then walk the class through the learning goal, the enterprise use case, the architecture/flow, the key concepts, a live run in VS Code, and the architect's takeaways. The repo runs locally with no Azure, so demo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[Learning goal] Walk through these talking points:</a:t>
            </a:r>
          </a:p>
          <a:p>
            <a:r>
              <a:t>- Package agents for production scale</a:t>
            </a:r>
          </a:p>
          <a:p>
            <a:r>
              <a:t>- Run durable long-running tasks</a:t>
            </a:r>
          </a:p>
          <a:p>
            <a:r>
              <a:t>- Choose the right Azure compute substrate</a:t>
            </a:r>
          </a:p>
          <a:p>
            <a:r>
              <a:t>Ask the class: which of these ideas is new to you?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[Enterprise use case] Walk through these talking points:</a:t>
            </a:r>
          </a:p>
          <a:p>
            <a:r>
              <a:t>- Black-Friday Customer Service Swarm</a:t>
            </a:r>
          </a:p>
          <a:p>
            <a:r>
              <a:t>- Scales 10 → 10,000 sessions, scale-to-zero overnight</a:t>
            </a:r>
          </a:p>
          <a:p>
            <a:r>
              <a:t>- Durable refund tasks without blocking requests</a:t>
            </a:r>
          </a:p>
          <a:p>
            <a:r>
              <a:t>Tip: relate this to a regulated scenario your students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[Architecture / flow] Walk through these talking points:</a:t>
            </a:r>
          </a:p>
          <a:p>
            <a:r>
              <a:t>- Fast path: FAQ answers inline</a:t>
            </a:r>
          </a:p>
          <a:p>
            <a:r>
              <a:t>- Durable path: refund → background task</a:t>
            </a:r>
          </a:p>
          <a:p>
            <a:r>
              <a:t>- Status polling at /api/v1/tasks/{id}</a:t>
            </a:r>
          </a:p>
          <a:p>
            <a:r>
              <a:t>- Docker + Gunicorn/Uvicorn for Container Apps</a:t>
            </a:r>
          </a:p>
          <a:p>
            <a:r>
              <a:t>Demo: trace a single request through these steps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concepts] Walk through these talking points:</a:t>
            </a:r>
          </a:p>
          <a:p>
            <a:r>
              <a:t>- BackgroundTasks now; Durable Functions in prod</a:t>
            </a:r>
          </a:p>
          <a:p>
            <a:r>
              <a:t>- Scale knobs feed KEDA autoscaling</a:t>
            </a:r>
          </a:p>
          <a:p>
            <a:r>
              <a:t>- Decision matrix: Container Apps vs AKS vs Functions</a:t>
            </a:r>
          </a:p>
          <a:p>
            <a:r>
              <a:t>Open the named file in the repo while you explain each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[Run it (VS Code — no Azure needed)] Walk through these talking points:</a:t>
            </a:r>
          </a:p>
          <a:p>
            <a:r>
              <a:t>- git clone the repo, then open it in VS Code</a:t>
            </a:r>
          </a:p>
          <a:p>
            <a:r>
              <a:t>- python -m venv .venv  →  activate it</a:t>
            </a:r>
          </a:p>
          <a:p>
            <a:r>
              <a:t>- pip install -r requirements.txt</a:t>
            </a:r>
          </a:p>
          <a:p>
            <a:r>
              <a:t>- uvicorn app.main:app --reload</a:t>
            </a:r>
          </a:p>
          <a:p>
            <a:r>
              <a:t>- Open /docs and call  POST /api/v1/support</a:t>
            </a:r>
          </a:p>
          <a:p>
            <a:r>
              <a:t>- Runs in MOCK mode — no Azure/keys needed</a:t>
            </a:r>
          </a:p>
          <a:p>
            <a:r>
              <a:t>Do this live: clone → install → run → hit 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[Architect's takeaways] Walk through these talking points:</a:t>
            </a:r>
          </a:p>
          <a:p>
            <a:r>
              <a:t>- Container Apps is the course default (managed, scale-to-zero)</a:t>
            </a:r>
          </a:p>
          <a:p>
            <a:r>
              <a:t>- Async + worker model + connection pooling</a:t>
            </a:r>
          </a:p>
          <a:p>
            <a:r>
              <a:t>- Cost: token budgets, model routing, caching</a:t>
            </a:r>
          </a:p>
          <a:p>
            <a:r>
              <a:t>Discussion: when would you NOT choose this approach?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9144000" cy="1737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57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agentic-ai-azure-week09-hosting-scale</a:t>
            </a:r>
          </a:p>
          <a:p>
            <a:r>
              <a:rPr sz="1600">
                <a:solidFill>
                  <a:srgbClr val="FFFFFF"/>
                </a:solidFill>
              </a:rPr>
              <a:t>Week 9 · Hosting, Deployment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6CBD"/>
                </a:solidFill>
              </a:rPr>
              <a:t>Agentic AI on Azure — Enterprise Master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Learning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Package agents for production scale</a:t>
            </a:r>
          </a:p>
          <a:p>
            <a:r>
              <a:rPr sz="1800">
                <a:solidFill>
                  <a:srgbClr val="202020"/>
                </a:solidFill>
              </a:rPr>
              <a:t>Run durable long-running tasks</a:t>
            </a:r>
          </a:p>
          <a:p>
            <a:r>
              <a:rPr sz="1800">
                <a:solidFill>
                  <a:srgbClr val="202020"/>
                </a:solidFill>
              </a:rPr>
              <a:t>Choose the right Azure compute substrate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Enterprise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Black-Friday Customer Service Swarm</a:t>
            </a:r>
          </a:p>
          <a:p>
            <a:r>
              <a:rPr sz="1800">
                <a:solidFill>
                  <a:srgbClr val="202020"/>
                </a:solidFill>
              </a:rPr>
              <a:t>Scales 10 → 10,000 sessions, scale-to-zero overnight</a:t>
            </a:r>
          </a:p>
          <a:p>
            <a:r>
              <a:rPr sz="1800">
                <a:solidFill>
                  <a:srgbClr val="202020"/>
                </a:solidFill>
              </a:rPr>
              <a:t>Durable refund tasks without blocking requests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Architecture /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Fast path: FAQ answers inline</a:t>
            </a:r>
          </a:p>
          <a:p>
            <a:r>
              <a:rPr sz="1800">
                <a:solidFill>
                  <a:srgbClr val="202020"/>
                </a:solidFill>
              </a:rPr>
              <a:t>Durable path: refund → background task</a:t>
            </a:r>
          </a:p>
          <a:p>
            <a:r>
              <a:rPr sz="1800">
                <a:solidFill>
                  <a:srgbClr val="202020"/>
                </a:solidFill>
              </a:rPr>
              <a:t>Status polling at /api/v1/tasks/{id}</a:t>
            </a:r>
          </a:p>
          <a:p>
            <a:r>
              <a:rPr sz="1800">
                <a:solidFill>
                  <a:srgbClr val="202020"/>
                </a:solidFill>
              </a:rPr>
              <a:t>Docker + Gunicorn/Uvicorn for Container Apps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BackgroundTasks now; Durable Functions in prod</a:t>
            </a:r>
          </a:p>
          <a:p>
            <a:r>
              <a:rPr sz="1800">
                <a:solidFill>
                  <a:srgbClr val="202020"/>
                </a:solidFill>
              </a:rPr>
              <a:t>Scale knobs feed KEDA autoscaling</a:t>
            </a:r>
          </a:p>
          <a:p>
            <a:r>
              <a:rPr sz="1800">
                <a:solidFill>
                  <a:srgbClr val="202020"/>
                </a:solidFill>
              </a:rPr>
              <a:t>Decision matrix: Container Apps vs AKS vs Functions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Run it (VS Code — no Azure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git clone the repo, then open it in VS Code</a:t>
            </a:r>
          </a:p>
          <a:p>
            <a:r>
              <a:rPr sz="1800">
                <a:solidFill>
                  <a:srgbClr val="202020"/>
                </a:solidFill>
              </a:rPr>
              <a:t>python -m venv .venv  →  activate it</a:t>
            </a:r>
          </a:p>
          <a:p>
            <a:r>
              <a:rPr sz="1800">
                <a:solidFill>
                  <a:srgbClr val="202020"/>
                </a:solidFill>
              </a:rPr>
              <a:t>pip install -r requirements.txt</a:t>
            </a:r>
          </a:p>
          <a:p>
            <a:r>
              <a:rPr sz="1800">
                <a:solidFill>
                  <a:srgbClr val="202020"/>
                </a:solidFill>
              </a:rPr>
              <a:t>uvicorn app.main:app --reload</a:t>
            </a:r>
          </a:p>
          <a:p>
            <a:r>
              <a:rPr sz="1800">
                <a:solidFill>
                  <a:srgbClr val="202020"/>
                </a:solidFill>
              </a:rPr>
              <a:t>Open /docs and call  POST /api/v1/support</a:t>
            </a:r>
          </a:p>
          <a:p>
            <a:r>
              <a:rPr sz="1800">
                <a:solidFill>
                  <a:srgbClr val="202020"/>
                </a:solidFill>
              </a:rPr>
              <a:t>Runs in MOCK mode — no Azure/keys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Architect's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Container Apps is the course default (managed, scale-to-zero)</a:t>
            </a:r>
          </a:p>
          <a:p>
            <a:r>
              <a:rPr sz="1800">
                <a:solidFill>
                  <a:srgbClr val="202020"/>
                </a:solidFill>
              </a:rPr>
              <a:t>Async + worker model + connection pooling</a:t>
            </a:r>
          </a:p>
          <a:p>
            <a:r>
              <a:rPr sz="1800">
                <a:solidFill>
                  <a:srgbClr val="202020"/>
                </a:solidFill>
              </a:rPr>
              <a:t>Cost: token budgets, model routing, caching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