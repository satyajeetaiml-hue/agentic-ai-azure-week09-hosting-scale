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agentic-ai-azure-week09-hosting-scale</a:t>
            </a:r>
          </a:p>
          <a:p>
            <a:r>
              <a:rPr sz="1600">
                <a:solidFill>
                  <a:srgbClr val="FFFFFF"/>
                </a:solidFill>
              </a:rPr>
              <a:t>Week 9 · Hosting, Deployment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Package agents for production scale</a:t>
            </a:r>
          </a:p>
          <a:p>
            <a:r>
              <a:rPr sz="1800">
                <a:solidFill>
                  <a:srgbClr val="202020"/>
                </a:solidFill>
              </a:rPr>
              <a:t>Run durable long-running tasks</a:t>
            </a:r>
          </a:p>
          <a:p>
            <a:r>
              <a:rPr sz="1800">
                <a:solidFill>
                  <a:srgbClr val="202020"/>
                </a:solidFill>
              </a:rPr>
              <a:t>Choose the right Azure compute substrate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Black-Friday Customer Service Swarm</a:t>
            </a:r>
          </a:p>
          <a:p>
            <a:r>
              <a:rPr sz="1800">
                <a:solidFill>
                  <a:srgbClr val="202020"/>
                </a:solidFill>
              </a:rPr>
              <a:t>Scales 10 → 10,000 sessions, scale-to-zero overnight</a:t>
            </a:r>
          </a:p>
          <a:p>
            <a:r>
              <a:rPr sz="1800">
                <a:solidFill>
                  <a:srgbClr val="202020"/>
                </a:solidFill>
              </a:rPr>
              <a:t>Durable refund tasks without blocking requests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Fast path: FAQ answers inline</a:t>
            </a:r>
          </a:p>
          <a:p>
            <a:r>
              <a:rPr sz="1800">
                <a:solidFill>
                  <a:srgbClr val="202020"/>
                </a:solidFill>
              </a:rPr>
              <a:t>Durable path: refund → background task</a:t>
            </a:r>
          </a:p>
          <a:p>
            <a:r>
              <a:rPr sz="1800">
                <a:solidFill>
                  <a:srgbClr val="202020"/>
                </a:solidFill>
              </a:rPr>
              <a:t>Status polling at /api/v1/tasks/{id}</a:t>
            </a:r>
          </a:p>
          <a:p>
            <a:r>
              <a:rPr sz="1800">
                <a:solidFill>
                  <a:srgbClr val="202020"/>
                </a:solidFill>
              </a:rPr>
              <a:t>Docker + Gunicorn/Uvicorn for Container Apps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BackgroundTasks now; Durable Functions in prod</a:t>
            </a:r>
          </a:p>
          <a:p>
            <a:r>
              <a:rPr sz="1800">
                <a:solidFill>
                  <a:srgbClr val="202020"/>
                </a:solidFill>
              </a:rPr>
              <a:t>Scale knobs feed KEDA autoscaling</a:t>
            </a:r>
          </a:p>
          <a:p>
            <a:r>
              <a:rPr sz="1800">
                <a:solidFill>
                  <a:srgbClr val="202020"/>
                </a:solidFill>
              </a:rPr>
              <a:t>Decision matrix: Container Apps vs AKS vs Functions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/api/v1/support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Container Apps is the course default (managed, scale-to-zero)</a:t>
            </a:r>
          </a:p>
          <a:p>
            <a:r>
              <a:rPr sz="1800">
                <a:solidFill>
                  <a:srgbClr val="202020"/>
                </a:solidFill>
              </a:rPr>
              <a:t>Async + worker model + connection pooling</a:t>
            </a:r>
          </a:p>
          <a:p>
            <a:r>
              <a:rPr sz="1800">
                <a:solidFill>
                  <a:srgbClr val="202020"/>
                </a:solidFill>
              </a:rPr>
              <a:t>Cost: token budgets, model routing, caching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